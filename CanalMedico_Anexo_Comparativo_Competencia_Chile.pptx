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Anexo: Comparativo con la oferta actual en Chile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En Chile existe una amplia oferta de telemedicina sincrónica (videollamadas y llamadas).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Las plataformas más conocidas se centran en consultas agendadas, en tiempo real, tipo 'consulta presencial online'.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El modelo de CanalMedico se posiciona en un segmento distinto: consultas asincrónicas breves por mensajería, pagadas y registradas.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Tipos de soluciones actuales en Chile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Plataformas de telemedicina sincrónica: videollamadas entre médico y paciente (consulta agendada).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2. Portales de centros médicos/aseguradoras: médicos atienden a sus beneficiarios vía video/llamada.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3. Apps de gestión de consulta: agenda, fichas, cobros, pero sin foco en microconsultas asincrónicas.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4. Mensajería informal vía WhatsApp: muy usada, pero sin estructura ni monetización.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¿Dónde se posiciona CanalMedico?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CanalMedico NO compite directamente con la videollamada tradicional.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 enfoca en el espacio intermedio: dudas, seguimientos y microconsultas que hoy llegan por WhatsApp.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Formaliza ese canal, crea un flujo de pago, registra la interacción y la convierte en ingreso.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Complementa la telemedicina sincrónica existente: puede convivir con otros sistemas de video del médico o la clínica.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Diferencias clave frente a plataformas de telemedicina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La mayoría de las soluciones actuales: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Se basan en videollamadas y agendas horarias.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Están pensadas para centros de salud, isapres o grandes aseguradoras.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Tienen flujos más pesados (agendamiento, sala de espera virtual, etc.).</a:t>
            </a:r>
          </a:p>
          <a:p>
            <a:pPr>
              <a:defRPr sz="2000">
                <a:solidFill>
                  <a:srgbClr val="282828"/>
                </a:solidFill>
              </a:defRPr>
            </a:pP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CanalMedico: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Está diseñado para consultas breves asincrónicas (chat + archivos).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Foco en el médico independiente o pequeño equipo, y sus propios pacientes.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Transformación directa de WhatsApp informal en canal profesional pagado.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Fricción mínima para paciente y médico, sin necesidad de coordinar hora.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Ventajas competitivas de CanalMedico en Chile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1. Enfocado en un espacio poco explotado: microconsultas por mensajería, no videollamadas.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2. Monetiza un comportamiento ya existente sin cambiar los hábitos del paciente.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3. Pensado para CLP y pasarelas locales, lo que facilita adopción en Chile.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4. Puede integrarse como complemento a las plataformas de telemedicina que el médico o la clínica ya utiliza.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5. Menor complejidad operativa: no requiere armado de agenda de horas ni infraestructura de video estable.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0A3C78"/>
                </a:solidFill>
              </a:defRPr>
            </a:pPr>
            <a:r>
              <a:t>Resumen para inversionistas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El mercado chileno ya validó la telemedicina sincrónica.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Sin embargo, el espacio de la consulta asincrónica por mensajería sigue siendo poco estructurado y no monetizado.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CanalMedico entra exactamente en ese vacío: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Ordena el canal.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Lo hace cobrable.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 - Lo adapta al contexto chileno (CLP, pasarelas, idioma).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Se posiciona como complemento y no como reemplazo directo de la telemedicina tradicional.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