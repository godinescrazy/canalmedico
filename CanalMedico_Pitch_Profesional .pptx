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A3C78"/>
                </a:solidFill>
              </a:defRPr>
            </a:pPr>
            <a:r>
              <a:t>CanalMedico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La plataforma que transforma consultas informales en atención médica pagada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El problema del médico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Recibe mensajes por WhatsApp a toda hora con dudas, fotos y exámenes.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No hay registro formal de esas interacciones.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No existe un mecanismo para cobrar esa atención.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 mezcla vida personal y trabajo constantemente.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Aumenta el riesgo médico-legal y la sensación de desgaste.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El problema del paciente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No tiene un canal claro para consultas breves no presenciales.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Depende del WhatsApp del médico, sin horarios ni reglas.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Puede perder mensajes importantes entre otros chats.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No sabe cuánto cuesta la atención ni cómo pagarla.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No cuenta con historial de sus consultas y recomendaciones.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La oportunidad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Las microconsultas médicas por mensajería ya existen en la realidad.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Chile: alta penetración de smartphones y uso intensivo de WhatsApp.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Pagos digitales en CLP ampliamente aceptados (pasarelas locales).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Falta una herramienta que formalice, ordene y monetice este canal.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CanalMedico convierte un hábito actual en un modelo de negocio escalable.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La solución: CanalMedico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Consultorio virtual asincrónico para médicos y pacientes.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Cada consulta se convierte en un acto médico pagado y registrado.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Chat profesional con texto, imágenes, documentos y audio.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Horarios, tarifas y tipos de consulta definidos por el médico.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Pagos en CLP mediante pasarelas conocidas y confiables en Chile.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Cómo funciona CanalMedico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1. El médico se registra, define horarios y tarifas (normal / urgente).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2. Comparte link o código con sus pacientes.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3. El paciente inicia una consulta y visualiza el precio en CLP.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4. El paciente realiza el pago a través de la pasarela integrada.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5. Se habilita el chat médico-paciente.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6. El médico responde y, al finalizar, cierra la consulta.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7. El sistema registra la consulta y consolida los ingresos del médico.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La experiencia del médico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Panel web con listado de consultas activas, pendientes y cerradas.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Chat organizado por paciente y por caso clínico.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Panel financiero con ingresos brutos, comisiones y montos netos.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Configuración de horarios y tipos de consulta (normal / urgente).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Separación entre su vida personal y su canal profesional de consultas.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La experiencia del paciente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Registro sencillo y vinculación con su médico de confianza.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Inicio de consulta desde el celular o navegador web.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Pago seguro en CLP mediante pasarela reconocida en Chile.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Chat con su médico para enviar texto, imágenes y documentos.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Historial de consultas y acceso a recomendaciones anteriores.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Ventajas competitivas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Foco en la consulta asincrónica, no en videollamadas tradicionales.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Alineado con un comportamiento real: consultas breves por mensajería.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Adaptado específicamente al mercado chileno (CLP, pasarelas locales, idioma).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Modelo SaaS escalable basado en comisión por consulta.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 integra fácilmente en la rutina diaria del médico sin cambiar su agenda física.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Modelo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El médico define el precio de la consulta en CLP.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El paciente realiza el pago antes de recibir la atención.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La plataforma retiene una comisión por cada consulta procesada.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El médico recibe el monto neto mediante los mecanismos de retiro configurados.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Modelo altamente escalable: a más médicos y consultas, mayores ingresos recurrentes.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Arquitectura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524000"/>
            <a:ext cx="762000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Backend: Node.js + Express + ORM, base de datos PostgreSQL.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Frontend médico: React (web responsive).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Interfaz paciente: React Native / Expo o PWA móvil.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Chat en tiempo real: WebSockets (Socket.io o similar).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Infraestructura en la nube (ej. AWS) con almacenamiento seguro de archivos.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Integración con pasarela de pago confiable en Chile.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Autenticación JWT y roles (médico/paciente/admin).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Estado actual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Arquitectura del sistema definida y documentada.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Backend implementado con manejo de consultas y pagos integrados.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Frontend médico funcional: panel, chat y panel financiero.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Interfaz móvil/paciente conectada al backend con flujo de consulta.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Integración con pasarela de pago chilena en modo pruebas.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Listo para pruebas piloto con médicos reales en Chile.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Roadmap de implementación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Fase 1: Piloto con médicos seleccionados y ajuste fino de UX.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Fase 2: Integración con clínicas y centros médicos pequeños.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Fase 3: Escalamiento nacional con campañas de adquisición.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Fase 4: Desarrollo de funcionalidades premium (recetas digitales, analítica avanzada).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Fase 5: Expansión a otros países de Latinoamérica ajustando pagos y regulación local.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Beneficio para el médico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Monetiza el tiempo que hoy regala respondiendo mensajes.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Recupera el control sobre sus horarios y disponibilidad.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Cuenta con un registro protegido de sus recomendaciones.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Separa su vida privada del canal de atención profesional.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Incrementa ingresos sin necesidad de más horas de consulta presencial.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CanalMedico en una frase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CanalMedico convierte la consulta informal por WhatsApp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en una consulta médica formal, registrada y pagada.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Para el médico: más ingresos, más orden y más control.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Para el paciente: acceso rápido y responsable a su médico de confianza.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Para los inversionistas: un modelo escalable en un mercado real y creciente.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